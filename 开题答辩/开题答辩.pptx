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7"/>
  </p:notesMasterIdLst>
  <p:sldSz cx="12192000" cy="6858000" type="custom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ype="http://schemas.openxmlformats.org/officeDocument/2006/relationships/presProps" Target="presProps.xml"/>  <Relationship Id="rId14" Type="http://schemas.openxmlformats.org/officeDocument/2006/relationships/viewProps" Target="viewProps.xml"/>  <Relationship Id="rId15" Type="http://schemas.openxmlformats.org/officeDocument/2006/relationships/theme" Target="theme/theme1.xml"/>  <Relationship Id="rId16" Type="http://schemas.openxmlformats.org/officeDocument/2006/relationships/tableStyles" Target="tableStyles.xml"/>  <Relationship Id="rId17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3.xml.rels><?xml version="1.0" encoding="UTF-8" standalone="yes"?>
<Relationships xmlns="http://schemas.openxmlformats.org/package/2006/relationships"><Relationship Id="rId1" Target="../media/image2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4.xml.rels><?xml version="1.0" encoding="UTF-8" standalone="yes"?>
<Relationships xmlns="http://schemas.openxmlformats.org/package/2006/relationships"><Relationship Id="rId1" Target="../media/image3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5.xml.rels><?xml version="1.0" encoding="UTF-8" standalone="yes"?>
<Relationships xmlns="http://schemas.openxmlformats.org/package/2006/relationships"><Relationship Id="rId1" Target="../media/image4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6.xml.rels><?xml version="1.0" encoding="UTF-8" standalone="yes"?>
<Relationships xmlns="http://schemas.openxmlformats.org/package/2006/relationships"><Relationship Id="rId1" Target="../media/image5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7.xml.rels><?xml version="1.0" encoding="UTF-8" standalone="yes"?>
<Relationships xmlns="http://schemas.openxmlformats.org/package/2006/relationships"><Relationship Id="rId1" Target="../media/image6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8.xml.rels><?xml version="1.0" encoding="UTF-8" standalone="yes"?>
<Relationships xmlns="http://schemas.openxmlformats.org/package/2006/relationships"><Relationship Id="rId1" Target="../media/image7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9.xml.rels><?xml version="1.0" encoding="UTF-8" standalone="yes"?>
<Relationships xmlns="http://schemas.openxmlformats.org/package/2006/relationships"><Relationship Id="rId1" Target="../media/image8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0.xml.rels><?xml version="1.0" encoding="UTF-8" standalone="yes"?>
<Relationships xmlns="http://schemas.openxmlformats.org/package/2006/relationships"><Relationship Id="rId1" Target="../media/image9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1.xml.rels><?xml version="1.0" encoding="UTF-8" standalone="yes"?>
<Relationships xmlns="http://schemas.openxmlformats.org/package/2006/relationships"><Relationship Id="rId1" Target="../media/image10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2.xml.rels><?xml version="1.0" encoding="UTF-8" standalone="yes"?>
<Relationships xmlns="http://schemas.openxmlformats.org/package/2006/relationships"><Relationship Id="rId1" Target="../media/image1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slideLayouts/slideLayout4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slideLayouts/slideLayout5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slideLayouts/slideLayout8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slideLayouts/slideLayout9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slideLayouts/slideLayout10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slideLayouts/slideLayout11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2019-12-25T08:23:23.819Z</dcterms:created>
  <dcterms:modified xsi:type="dcterms:W3CDTF">2019-12-25T08:23:23.819Z</dcterms:modified>
</cp:coreProperties>
</file>